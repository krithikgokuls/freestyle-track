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Agent for Flight Booking, Cancellation &amp; Immigration Notifications (Freestyle Track)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chatbot for flight booking, cancellations and immigration notifications using LLM + RAG + Google APIs.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LLM, RAG (embeddings), Orchestrator agents, Google APIs, Session &amp;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Too-short installation (run in terminal):</a:t>
            </a:r>
          </a:p>
          <a:p>
            <a:r>
              <a:t>pip install openai flask sentence-transformers faiss-cpu python-dotenv python-pptx reportlab</a:t>
            </a:r>
          </a:p>
          <a:p>
            <a:r>
              <a:t># For production: use Docker, set environment variables OPENAI_API_KEY and GOOGLE_API_KEY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